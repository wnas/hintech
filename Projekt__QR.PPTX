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2" r:id="rId8"/>
    <p:sldId id="263" r:id="rId9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01466-09B2-432A-9236-6564DC43941E}" type="datetimeFigureOut">
              <a:rPr lang="de-DE" smtClean="0"/>
              <a:pPr/>
              <a:t>10.08.2011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76EFC-1BEB-472C-8007-10275A252D3B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Projekt </a:t>
            </a:r>
            <a:br>
              <a:rPr lang="de-DE" dirty="0" smtClean="0"/>
            </a:br>
            <a:r>
              <a:rPr lang="de-DE" dirty="0" smtClean="0"/>
              <a:t>Materialbestellung über QR Code</a:t>
            </a:r>
            <a:endParaRPr lang="de-DE" dirty="0"/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52736"/>
            <a:ext cx="92106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feld 2"/>
          <p:cNvSpPr txBox="1"/>
          <p:nvPr/>
        </p:nvSpPr>
        <p:spPr>
          <a:xfrm>
            <a:off x="179512" y="188640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Seite 1</a:t>
            </a:r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88640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Seite 2a</a:t>
            </a:r>
            <a:endParaRPr lang="de-DE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38163"/>
            <a:ext cx="9239250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88640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Seite 2b</a:t>
            </a:r>
            <a:endParaRPr lang="de-DE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81013"/>
            <a:ext cx="9201150" cy="589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88640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Seite 2c</a:t>
            </a:r>
            <a:endParaRPr lang="de-DE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7675"/>
            <a:ext cx="9210675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88640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Seite 3</a:t>
            </a:r>
            <a:endParaRPr lang="de-DE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r="929"/>
          <a:stretch>
            <a:fillRect/>
          </a:stretch>
        </p:blipFill>
        <p:spPr bwMode="auto">
          <a:xfrm>
            <a:off x="0" y="447675"/>
            <a:ext cx="9144000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7675"/>
            <a:ext cx="9229725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0500"/>
            <a:ext cx="92202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Bildschirmpräsentation (4:3)</PresentationFormat>
  <Paragraphs>6</Paragraphs>
  <Slides>8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9" baseType="lpstr">
      <vt:lpstr>Larissa-Design</vt:lpstr>
      <vt:lpstr>Projekt  Materialbestellung über QR Code</vt:lpstr>
      <vt:lpstr>Folie 2</vt:lpstr>
      <vt:lpstr>Folie 3</vt:lpstr>
      <vt:lpstr>Folie 4</vt:lpstr>
      <vt:lpstr>Folie 5</vt:lpstr>
      <vt:lpstr>Folie 6</vt:lpstr>
      <vt:lpstr>Folie 7</vt:lpstr>
      <vt:lpstr>Folie 8</vt:lpstr>
    </vt:vector>
  </TitlesOfParts>
  <Company>Bristol-Myers Squibb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 Materialbestellung über QR Code</dc:title>
  <dc:creator>Pisman, Julia</dc:creator>
  <cp:lastModifiedBy>Pisman, Julia</cp:lastModifiedBy>
  <cp:revision>1</cp:revision>
  <dcterms:created xsi:type="dcterms:W3CDTF">2011-08-10T08:08:40Z</dcterms:created>
  <dcterms:modified xsi:type="dcterms:W3CDTF">2011-08-10T08:29:29Z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_NewReviewCycle">
    <vt:lpwstr/>
  </property>
</Properties>
</file>